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79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54B808-3DB7-44E2-BDE2-037B79591AB4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yt-blackandwhit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0000" y="684000"/>
            <a:ext cx="8460000" cy="102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20000" y="1949040"/>
            <a:ext cx="8855640" cy="331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288000" algn="l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16000" algn="l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 algn="l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288000" algn="l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16000" algn="l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40000" y="6318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267360" y="634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831360" y="634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8A421CF-CC5B-4CE6-ADDD-6C87D0221FF0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684000"/>
            <a:ext cx="8460000" cy="102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Rspace indexer  test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720000" y="1949040"/>
            <a:ext cx="8855640" cy="381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Olympics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LibreOffice/26.2.5.2$Linux_AARCH64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2016-08-24T10:52:23Z</dcterms:created>
  <dc:creator>Richard Adams</dc:creator>
  <dc:description/>
  <dc:language>en-US</dc:language>
  <cp:lastModifiedBy>Richard Adams</cp:lastModifiedBy>
  <dcterms:modified xsi:type="dcterms:W3CDTF">2016-08-24T10:53:28Z</dcterms:modified>
  <cp:revision>2</cp:revision>
  <dc:subject/>
  <dc:title/>
</cp:coreProperties>
</file>